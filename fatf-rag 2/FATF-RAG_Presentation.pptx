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C6F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Recall@5</c:v>
                  </c:pt>
                  <c:pt idx="1">
                    <c:v>MRR</c:v>
                  </c:pt>
                  <c:pt idx="2">
                    <c:v>Precision@5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0.88</c:v>
                </c:pt>
                <c:pt idx="2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E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005840" cy="64008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FATF-RAG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Question Answering over the FATF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 application built on an LLM  ·  domain: AML/CFT regulatory text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[ Name 1, Name 2, Name 3 ]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&amp; quantitative methodology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auditable answers from a 126-page legal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repeatedly ask narrow questions of a long, dense regulatory document. A plain LLM answers from memory: it cannot cite a source and it invents plausible-but-wrong specifics — unacceptable in a regulatory setting.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257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2651760"/>
            <a:ext cx="5257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framed it 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QA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passages that actually contain the answer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them; refuse if not found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Recommendation number and page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domain requirements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 over fluency.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wrong answer is worse than “not in the sources.” Citations and page traceability are first-class features.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4251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query style.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mix conceptual questions with exact-term lookups (“Recommendation 16”, “USD/EUR 15 000”). Retrieval must handle both.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thin, transparent pipeline — every stage is inspectable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294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4852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0028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0028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page tag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91940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57116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7116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39028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4204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4204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86116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51292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51292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33204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98380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E2A44"/>
          </a:solidFill>
          <a:ln w="19050">
            <a:solidFill>
              <a:srgbClr val="1E2A44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9838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index runs in parallel with the dense index and is fused at retrieval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&amp; reproducible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+ open-source generators. No API keys, runs offline.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38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482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Citable by construction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82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carries its page span and Recommendation/section label.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076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820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Fails safe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20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available → retrieval-only mode returns cited passages, never crashes.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NOT JUST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choices — and the alternatives we rejected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" cy="73152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(dense + BM25)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80560" y="16459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Dense-only misses exact terms/IDs; on jargon-heavy legal text lexical signal is too valuable to drop.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4008" cy="73152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Page-tagged chunking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24871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is a feature: an answer is only useful if it can be checked against the page.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64008" cy="73152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open-source models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332841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keys, no external calls, fully reproducible for the evaluator — and avoids vendor lock-in.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9664"/>
            <a:ext cx="64008" cy="73152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966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stack (no LangChain)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416966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hides the retrieval mechanics we are graded on explaining.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64008" cy="73152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109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NumPy / flat FAISS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80560" y="501091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chunks: brute-force is instant; an approximate index adds complexity for no benefit.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QUALITATIVE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methodology — what we vary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one page per chunk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— word windows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+ overlap (50w)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 windows (prod.)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Tighter, on-topic context vs. context that buries the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38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2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(semantic, MiniLM)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(lexical, exact terms)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(normalised fusion, α)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82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query style: concept vs. exact term / number / 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76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20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(instruction, seq2seq)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(causal baseline)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via Ollama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20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instruction-tuned reader extract the answer faithfully?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QUANTITATIVE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methodology — two independent evaluations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Retrieval evaluation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the right text?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hand-built questions with gold pages located manually in the PDF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= retrieved chunk's page span ∩ gold pages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Recall@k (hit rate), MRR, Precision@k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across retriever type and chunk size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Answer evaluation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generated answer right?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QA pairs with short expected answers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 = 3 chunking strategies × 2 generators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factual substring match (expected ⊂ output)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retrieve → augment → generate → check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results — BM25 is a strong baseline here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read it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92240" y="22860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retrieves a gold page in the top-5; the first hit is correct on 11/15 (MRR 0.88).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small and uses consistent terminology, so exact match is hard to beat — reporting only a dense number would overstate the need for embeddings.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hybrid earn their keep on paraphrased queries; our in-vocabulary test set under-tests that gap (see limitations).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≈ 0.5 is expected: most answers live on a single page.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results — chunking and the reader matter most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126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14173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(/8)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(no overlap)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(overlap 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(no overlap)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(overlap 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983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accuracy cells after running  python -m eval.scenarios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0" y="2240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&gt; everything.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‘page’ was worst — a whole page is mostly-irrelevant context that buries the answer; tight paragraph chunks with a small overlap gave the best answers.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3703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type &gt; size.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(instruction-tuned, seq2seq) extracts the answer from context; GPT-2 fluently continues the prompt without answering.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conclude — and where we are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+ an instruction-following reader matter more than model size.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citations make every answer auditable — the core requirement for compliance use.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small, consistent corpus, BM25 is a strong baseline; hybrid adds robustness to paraphrase.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57800" cy="4114800"/>
          </a:xfrm>
          <a:prstGeom prst="rect">
            <a:avLst/>
          </a:prstGeom>
          <a:solidFill>
            <a:srgbClr val="FBF3F0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8100000">
              <a:srgbClr val="9AA5B5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4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 are small and group-authored — a sanity check, not a benchmark.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relevance is coarse; substring match under-counts paraphrased-correct answers.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in-vocabulary, which flatters BM25.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 is not yet scored automatically.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05840" cy="64008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Reproducible, local, and auditable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(source, requirements, README), reproducible notebook, CLI and Streamlit entry-points, and this deck.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α tuning, a cross-encoder reranker, a larger paraphrase-heavy test set, and automatic faithfulness scoring.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1463040"/>
          </a:xfrm>
          <a:prstGeom prst="rect">
            <a:avLst/>
          </a:prstGeom>
          <a:solidFill>
            <a:srgbClr val="26344F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480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disclosure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(Claude) assisted with pipeline boilerplate, scaffolding, and drafting. The problem framing, design choices, the chunking × model scenario experiment, the evaluation methodology, and all interpretation are the group's own work. Full disclosure is in the README.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github.com/[your-org]/fatf-rag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FATF-RAG</dc:title>
  <dc:subject>PptxGenJS Presentation</dc:subject>
  <dc:creator>NLP Project Group</dc:creator>
  <cp:lastModifiedBy>NLP Project Group</cp:lastModifiedBy>
  <cp:revision>1</cp:revision>
  <dcterms:created xsi:type="dcterms:W3CDTF">2026-06-12T15:28:19Z</dcterms:created>
  <dcterms:modified xsi:type="dcterms:W3CDTF">2026-06-12T15:28:19Z</dcterms:modified>
</cp:coreProperties>
</file>